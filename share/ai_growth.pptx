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AI Market Growth Trends in Automotive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55577"/>
                </a:solidFill>
              </a:defRPr>
            </a:pPr>
            <a:r>
              <a:t>Forecast 2025–2035: Drivers, Segments &amp; Regional Shifts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Key Growth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6339681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Rise in demand for self-driving vehicles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Government policies and regulatory support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AI integration in traffic management and manufacturing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Consumer interest in safety and efficiency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Tech giants investing in AI (Tesla, Waymo, NVIDIA)</a:t>
            </a:r>
          </a:p>
        </p:txBody>
      </p:sp>
      <p:pic>
        <p:nvPicPr>
          <p:cNvPr id="4" name="Picture 3" descr="pexels_350762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266" y="1645920"/>
            <a:ext cx="4632844" cy="30885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Market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6339681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Hardware dominates (75%+ share in 2024)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Level 2 autonomy holds largest revenue share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Passenger vehicles lead in adoption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North America: largest market (35%+ in 2024)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Asia-Pacific: fastest growing region</a:t>
            </a:r>
          </a:p>
        </p:txBody>
      </p:sp>
      <p:pic>
        <p:nvPicPr>
          <p:cNvPr id="4" name="Picture 3" descr="pexels_90298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266" y="1645920"/>
            <a:ext cx="4632844" cy="34721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Technology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6339681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Deep learning leads in segment size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Machine learning fastest growing segment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AI edge deployment via Qualcomm platforms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On-prem AI inference for cost efficiency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AI enhances in-cabin systems &amp; smart home integration</a:t>
            </a:r>
          </a:p>
        </p:txBody>
      </p:sp>
      <p:pic>
        <p:nvPicPr>
          <p:cNvPr id="4" name="Picture 3" descr="pexels_350762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266" y="1645920"/>
            <a:ext cx="4632844" cy="30885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Future Outlook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2035 forecast: $59.33B market (27.2% CAGR)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AI will transform safety, comfort, and efficiency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Regional expansion: APAC accelerating growth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Edge AI and real-time data processing key enablers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Industry consolidation expected as tech matures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