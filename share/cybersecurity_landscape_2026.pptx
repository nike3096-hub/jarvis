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Current Cybersecurity Threat Landscape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555577"/>
                </a:solidFill>
              </a:defRPr>
            </a:pPr>
            <a:r>
              <a:t>Protecting Enterprises in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Top 5 Threat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6339681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Ransomware targeting SMBs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AI-powered malware evolution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IoT device vulnerabilities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Phishing &amp; credential theft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Critical infrastructure attacks</a:t>
            </a:r>
          </a:p>
        </p:txBody>
      </p:sp>
      <p:pic>
        <p:nvPicPr>
          <p:cNvPr id="4" name="Picture 3" descr="pexels_69641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266" y="1645920"/>
            <a:ext cx="4632844" cy="32757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Ransomware Trends &amp; Attacks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6339681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3x increase since 2019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Targeting unprepared SMBs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Double extortion tactics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Notable: Colonial Pipeline (2021)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Crypto-locking + data leaks</a:t>
            </a:r>
          </a:p>
        </p:txBody>
      </p:sp>
      <p:pic>
        <p:nvPicPr>
          <p:cNvPr id="4" name="Picture 3" descr="pexels_39851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266" y="1645920"/>
            <a:ext cx="4632844" cy="30885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AI-Powered Threats &amp; Defenses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6339681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Malware using AI for evasion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Automated phishing campaigns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AI-driven threat detection rising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Need for adaptive security tools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Battle of AI vs AI</a:t>
            </a:r>
          </a:p>
        </p:txBody>
      </p:sp>
      <p:pic>
        <p:nvPicPr>
          <p:cNvPr id="4" name="Picture 3" descr="pexels_54739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266" y="1645920"/>
            <a:ext cx="4632844" cy="30885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Critical Infrastructure Vulnerabilities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6339681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5G expanding attack surface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Legacy systems with weak patches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Power, water, and transport at risk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Supply chain compromise threats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State-sponsored targeting rising</a:t>
            </a:r>
          </a:p>
        </p:txBody>
      </p:sp>
      <p:pic>
        <p:nvPicPr>
          <p:cNvPr id="4" name="Picture 3" descr="pexels_67954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266" y="1645920"/>
            <a:ext cx="4632844" cy="30885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Defensive Strategies for Enterprises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6339681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Zero Trust Architecture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AI-enhanced threat detection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Regular patching &amp; audits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Employee cybersecurity training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Incident response playbooks</a:t>
            </a:r>
          </a:p>
        </p:txBody>
      </p:sp>
      <p:pic>
        <p:nvPicPr>
          <p:cNvPr id="4" name="Picture 3" descr="pexels_45087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266" y="1645920"/>
            <a:ext cx="4632844" cy="30885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Summary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Threats are evolving fast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AI is both weapon and shield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SMBs most vulnerable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Defense requires proactive tech + people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Act now — don’t wait for breach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